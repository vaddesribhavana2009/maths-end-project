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CD7196-3A48-475C-9F91-BA79857620B6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D34DF-6F0F-40B4-AC86-CE25A2B662C5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664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9832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lucky lucky</dc:creator>
  <cp:lastModifiedBy>nnmb7</cp:lastModifiedBy>
  <cp:revision>2</cp:revision>
  <dcterms:created xsi:type="dcterms:W3CDTF">2026-10-14T18:09:00Z</dcterms:created>
  <dcterms:modified xsi:type="dcterms:W3CDTF">2026-10-15T03:58:14Z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DCEECDD9E69F47E3A458AC1BA210A8E8_12</vt:lpwstr>
  </property>
  <property fmtid="{D5CDD505-2E9C-101B-9397-08002B2CF9AE}" pid="3" name="KSOProductBuildVer">
    <vt:lpwstr>1033-12.1.0.29162</vt:lpwstr>
  </property>
</Properties>
</file>